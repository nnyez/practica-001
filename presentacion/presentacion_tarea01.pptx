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/>
              <a:t>Ingeniería de características</a:t>
            </a:r>
          </a:p>
          <a:p>
            <a:r>
              <a:rPr sz="1600"/>
              <a:t>Análisis exploratorio del dataset de ventas de retail — Tarea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138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Dataset base público de Kaggle (Retail Store Inventory Forecasting Dataset).</a:t>
            </a:r>
          </a:p>
          <a:p>
            <a:pPr>
              <a:defRPr sz="1800"/>
            </a:pPr>
            <a:r>
              <a:t>• URL: https://www.kaggle.com/datasets/anirudhchauhan/retail-store-inventory-forecasting-dataset</a:t>
            </a:r>
          </a:p>
          <a:p>
            <a:pPr>
              <a:defRPr sz="1800"/>
            </a:pPr>
            <a:r>
              <a:t>• El dataset analizado es construido a partir del original.</a:t>
            </a:r>
          </a:p>
          <a:p>
            <a:pPr>
              <a:defRPr sz="1800"/>
            </a:pPr>
            <a:r>
              <a:t>• 10 productos reales × 60 días (2022-01-01 a 2022-03-01).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138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Modificaciones al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Traducción al español y productos reales con su categoría y unidad.</a:t>
            </a:r>
          </a:p>
          <a:p>
            <a:pPr>
              <a:defRPr sz="1800"/>
            </a:pPr>
            <a:r>
              <a:t>• Recorte del período a dos meses para el análisis semana a semana.</a:t>
            </a:r>
          </a:p>
          <a:p>
            <a:pPr>
              <a:defRPr sz="1800"/>
            </a:pPr>
            <a:r>
              <a:t>• Incorporación de estacionalidad semanal y efecto de feriados de Ecuador.</a:t>
            </a:r>
          </a:p>
          <a:p>
            <a:pPr>
              <a:defRPr sz="1800"/>
            </a:pPr>
            <a:r>
              <a:t>• Separación en inventory.csv (catálogo) y sales_history.csv (ventas).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138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Variables creadas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Temporales: mes, día de la semana, semana del período, semana ISO.</a:t>
            </a:r>
          </a:p>
          <a:p>
            <a:pPr>
              <a:defRPr sz="1800"/>
            </a:pPr>
            <a:r>
              <a:t>• Fin de semana: variable indicadora es_fin_de_semana (0/1).</a:t>
            </a:r>
          </a:p>
          <a:p>
            <a:pPr>
              <a:defRPr sz="1800"/>
            </a:pPr>
            <a:r>
              <a:t>• Feriados: variable indicadora es_feriado (0/1) con feriados de Ecuador.</a:t>
            </a:r>
          </a:p>
          <a:p>
            <a:pPr>
              <a:defRPr sz="1800"/>
            </a:pPr>
            <a:r>
              <a:t>• Rezagos: ventas del día anterior, de hace 7 días y promedio móvil de 7 días.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Categorías más importantes</a:t>
            </a:r>
          </a:p>
        </p:txBody>
      </p:sp>
      <p:pic>
        <p:nvPicPr>
          <p:cNvPr id="3" name="Picture 2" descr="01_ventas_por_catego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43000"/>
            <a:ext cx="7501548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39496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Alimentos concentra la mayor parte de las ventas del período.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Ventas semana a semana</a:t>
            </a:r>
          </a:p>
        </p:txBody>
      </p:sp>
      <p:pic>
        <p:nvPicPr>
          <p:cNvPr id="3" name="Picture 2" descr="04_semana_a_sem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43000"/>
            <a:ext cx="6477124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39496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Se observa el patrón recurrente de mayor compra en fin de semana.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Muestreo de categorías en el tiempo</a:t>
            </a:r>
          </a:p>
        </p:txBody>
      </p:sp>
      <p:pic>
        <p:nvPicPr>
          <p:cNvPr id="3" name="Picture 2" descr="06_categorias_en_tiem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43000"/>
            <a:ext cx="10030232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39496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Evolución diaria de una muestra de categorías.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Fin de semana vs. entre semana</a:t>
            </a:r>
          </a:p>
        </p:txBody>
      </p:sp>
      <p:pic>
        <p:nvPicPr>
          <p:cNvPr id="3" name="Picture 2" descr="07_fin_de_sem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43000"/>
            <a:ext cx="6649985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39496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El fin de semana vende más que los días entre semana.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Influencia de los feriados</a:t>
            </a:r>
          </a:p>
        </p:txBody>
      </p:sp>
      <p:pic>
        <p:nvPicPr>
          <p:cNvPr id="3" name="Picture 2" descr="08_feri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43000"/>
            <a:ext cx="12363658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39496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Los feriados presentan un promedio diario de ventas superior al de los días normales.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138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Existen patrones reconocibles: fin de semana y feriados elevan las ventas.</a:t>
            </a:r>
          </a:p>
          <a:p>
            <a:pPr>
              <a:defRPr sz="1800"/>
            </a:pPr>
            <a:r>
              <a:t>• El conocimiento del negocio (tienda de barrio) guía las variables creadas.</a:t>
            </a:r>
          </a:p>
          <a:p>
            <a:pPr>
              <a:defRPr sz="1800"/>
            </a:pPr>
            <a:r>
              <a:t>• Las variables permiten anticipar la demanda y planificar el inventario.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